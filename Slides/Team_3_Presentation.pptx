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Helvetica World Italics" charset="1" panose="020B0500040000090004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002" y="855133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080430"/>
            <a:ext cx="18288000" cy="17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0"/>
              </a:lnSpc>
            </a:pPr>
            <a:r>
              <a:rPr lang="en-US" sz="7038" spc="-24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Computational Exploration of Analytical and Iterative CT Reconstruction Methods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015221"/>
            <a:ext cx="9125527" cy="53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28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Imaging 2 - Final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22192"/>
            <a:ext cx="11560614" cy="53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28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Presented to : Prof. AbdEl-Monem El-Sharkawy , Eng. Aya Eyad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1318425" cy="57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1"/>
              </a:lnSpc>
              <a:spcBef>
                <a:spcPct val="0"/>
              </a:spcBef>
            </a:pPr>
            <a:r>
              <a:rPr lang="en-US" sz="304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Team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0771" y="3645129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0771" y="1603067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0771" y="5048250"/>
            <a:ext cx="14811969" cy="277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 Exploring reconstruction techniques and their limitations</a:t>
            </a:r>
          </a:p>
          <a:p>
            <a:pPr algn="just">
              <a:lnSpc>
                <a:spcPts val="4396"/>
              </a:lnSpc>
              <a:spcBef>
                <a:spcPct val="0"/>
              </a:spcBef>
            </a:pPr>
          </a:p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Discovering Iterative Solutions: ART , SART</a:t>
            </a:r>
          </a:p>
          <a:p>
            <a:pPr algn="just">
              <a:lnSpc>
                <a:spcPts val="4396"/>
              </a:lnSpc>
              <a:spcBef>
                <a:spcPct val="0"/>
              </a:spcBef>
            </a:pPr>
          </a:p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 Acquisition settings for iterative solutions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4256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18603" y="4588783"/>
            <a:ext cx="11450795" cy="4641111"/>
          </a:xfrm>
          <a:custGeom>
            <a:avLst/>
            <a:gdLst/>
            <a:ahLst/>
            <a:cxnLst/>
            <a:rect r="r" b="b" t="t" l="l"/>
            <a:pathLst>
              <a:path h="4641111" w="11450795">
                <a:moveTo>
                  <a:pt x="0" y="0"/>
                </a:moveTo>
                <a:lnTo>
                  <a:pt x="11450794" y="0"/>
                </a:lnTo>
                <a:lnTo>
                  <a:pt x="11450794" y="4641110"/>
                </a:lnTo>
                <a:lnTo>
                  <a:pt x="0" y="4641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2" r="0" b="-73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1486" y="91232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9751"/>
            <a:ext cx="16567883" cy="11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Consistent Step Angles, No Noise, 10 SART iterations.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588783"/>
            <a:ext cx="11301259" cy="4803035"/>
          </a:xfrm>
          <a:custGeom>
            <a:avLst/>
            <a:gdLst/>
            <a:ahLst/>
            <a:cxnLst/>
            <a:rect r="r" b="b" t="t" l="l"/>
            <a:pathLst>
              <a:path h="4803035" w="11301259">
                <a:moveTo>
                  <a:pt x="0" y="0"/>
                </a:moveTo>
                <a:lnTo>
                  <a:pt x="11301258" y="0"/>
                </a:lnTo>
                <a:lnTo>
                  <a:pt x="11301258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6254" y="829503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9751"/>
            <a:ext cx="16742550" cy="11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 Projections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180 Degrees, Consistent Step Angles, No Noise, 10 SART iterations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588783"/>
            <a:ext cx="11301259" cy="4732402"/>
          </a:xfrm>
          <a:custGeom>
            <a:avLst/>
            <a:gdLst/>
            <a:ahLst/>
            <a:cxnLst/>
            <a:rect r="r" b="b" t="t" l="l"/>
            <a:pathLst>
              <a:path h="4732402" w="11301259">
                <a:moveTo>
                  <a:pt x="0" y="0"/>
                </a:moveTo>
                <a:lnTo>
                  <a:pt x="11301258" y="0"/>
                </a:lnTo>
                <a:lnTo>
                  <a:pt x="11301258" y="4732402"/>
                </a:lnTo>
                <a:lnTo>
                  <a:pt x="0" y="4732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908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9751"/>
            <a:ext cx="16230600" cy="11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 Step Angles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No Noise, 10 SART iterations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921528"/>
            <a:ext cx="11301259" cy="4817162"/>
          </a:xfrm>
          <a:custGeom>
            <a:avLst/>
            <a:gdLst/>
            <a:ahLst/>
            <a:cxnLst/>
            <a:rect r="r" b="b" t="t" l="l"/>
            <a:pathLst>
              <a:path h="4817162" w="11301259">
                <a:moveTo>
                  <a:pt x="0" y="0"/>
                </a:moveTo>
                <a:lnTo>
                  <a:pt x="11301258" y="0"/>
                </a:lnTo>
                <a:lnTo>
                  <a:pt x="11301258" y="4817162"/>
                </a:lnTo>
                <a:lnTo>
                  <a:pt x="0" y="481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908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9751"/>
            <a:ext cx="16230600" cy="167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Consistent Step Angles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Gaussian Noise SNR 30dB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10 SART iterations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912633"/>
            <a:ext cx="11301259" cy="4817162"/>
          </a:xfrm>
          <a:custGeom>
            <a:avLst/>
            <a:gdLst/>
            <a:ahLst/>
            <a:cxnLst/>
            <a:rect r="r" b="b" t="t" l="l"/>
            <a:pathLst>
              <a:path h="4817162" w="11301259">
                <a:moveTo>
                  <a:pt x="0" y="0"/>
                </a:moveTo>
                <a:lnTo>
                  <a:pt x="11301258" y="0"/>
                </a:lnTo>
                <a:lnTo>
                  <a:pt x="11301258" y="4817161"/>
                </a:lnTo>
                <a:lnTo>
                  <a:pt x="0" y="4817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908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9751"/>
            <a:ext cx="16230600" cy="167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 Step Angles, Gaussian Noise SNR 30dB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10 SART iterations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29089"/>
            <a:ext cx="760577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39751"/>
            <a:ext cx="16230600" cy="609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Phantom Options as (e.g. Free hand draw, Geometric Shapes )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Color Schemas (e.g.  Greyscale, Hot)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Filtering Options (e.g. Ramp, Shepp-Loggan, Cosine)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Fourier Reconstruction Method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Projection and Sinogram Simulator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Quality Metrics (e.g. RMSE, PSNR (dB) 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0658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3"/>
                </a:lnTo>
                <a:lnTo>
                  <a:pt x="0" y="62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764"/>
            <a:ext cx="9808947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Take Home Message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74961" y="4010251"/>
            <a:ext cx="13938078" cy="316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3"/>
              </a:lnSpc>
            </a:pPr>
            <a:r>
              <a:rPr lang="en-US" sz="4711" spc="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Iterative methods overperform Filtered Back-projection when the spacing between angles of projection is not uniform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70393" y="2247994"/>
            <a:ext cx="8347213" cy="5791012"/>
            <a:chOff x="0" y="0"/>
            <a:chExt cx="11129617" cy="772134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52450"/>
              <a:ext cx="11129617" cy="242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22"/>
                </a:lnSpc>
              </a:pPr>
              <a:r>
                <a:rPr lang="en-US" sz="14653" spc="-51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Thank You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281117" y="4021416"/>
              <a:ext cx="5962769" cy="3699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Kareem Abdelnabi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Louai Khaled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Youssef Abo El Ela</a:t>
              </a:r>
            </a:p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Ali Younis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DAHIW5BGFhw</dc:identifier>
  <dcterms:modified xsi:type="dcterms:W3CDTF">2011-08-01T06:04:30Z</dcterms:modified>
  <cp:revision>1</cp:revision>
  <dc:title>Imaging 2 Presentation</dc:title>
</cp:coreProperties>
</file>